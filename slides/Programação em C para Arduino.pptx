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8a17db67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8a17db67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8a17db67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28a17db67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28a17db67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28a17db67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8a17db6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28a17db6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8a17db67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28a17db67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8a17db67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8a17db67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8a17db67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8a17db67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yvl9-ClKUe7YSqaIhhRs_6h__1TLv4DY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player.vimeo.com/video/303468829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pectrum.ieee.org/the-making-of-arduino" TargetMode="External"/><Relationship Id="rId4" Type="http://schemas.openxmlformats.org/officeDocument/2006/relationships/hyperlink" Target="https://hackaday.com/2016/03/04/wiring-was-arduino-before-arduino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stroustrup.com/bs_faq.html#differenc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stroustrup.com/bs_faq.html#differ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em C</a:t>
            </a:r>
            <a:br>
              <a:rPr lang="pt-BR"/>
            </a:br>
            <a:r>
              <a:rPr lang="pt-BR"/>
              <a:t>para Arduino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 João Miguel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Tinkercad: como se cadastrar e acessar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Acesse o vídeo no slide a seguir para ver como se cadastrar no TINKERCAD e usar alguns </a:t>
            </a:r>
            <a:r>
              <a:rPr lang="pt-BR"/>
              <a:t>dos seus</a:t>
            </a:r>
            <a:r>
              <a:rPr lang="pt-BR"/>
              <a:t> recursos.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objetivo do vídeo é demonstrar como é feito o cadastro, acesso e utilização do Tinkercad para simulação de Arduíno.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bcoRec49029-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7250" y="225900"/>
            <a:ext cx="5998400" cy="44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à utilização do Simulador Tinkercad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Acesse o vídeo no slide a seguir para ver como é funcionamento básico do simulador TINKERCAD e uso de alguns recursos para simulação do arduino.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objetivo do vídeo é demonstrar a utilização do Tinkercad para simulação de Arduíno.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186" y="170275"/>
            <a:ext cx="7435623" cy="40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32475" y="4416050"/>
            <a:ext cx="59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Link para o Vídeo: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https://player.vimeo.com/video/303468829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Artigos sobre Arduino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THE MAKING OF ARDUINO</a:t>
            </a:r>
            <a:endParaRPr sz="1050">
              <a:solidFill>
                <a:srgbClr val="375A64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How five friends engineered a small circuit board thats taking the DIY world by storm</a:t>
            </a:r>
            <a:endParaRPr sz="1050">
              <a:solidFill>
                <a:srgbClr val="375A64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https://spectrum.ieee.org/the-making-of-arduino</a:t>
            </a:r>
            <a:endParaRPr sz="1050">
              <a:solidFill>
                <a:srgbClr val="337AB7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O que havia antes do arduino ? </a:t>
            </a:r>
            <a:endParaRPr sz="1050">
              <a:solidFill>
                <a:srgbClr val="375A64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O wiring era o arduino, antes do arduino</a:t>
            </a:r>
            <a:endParaRPr sz="1050">
              <a:solidFill>
                <a:srgbClr val="375A64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https://hackaday.com/2016/03/04/wiring-was-arduino-before-arduino/</a:t>
            </a:r>
            <a:endParaRPr sz="1050">
              <a:solidFill>
                <a:srgbClr val="337AB7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a diferença entre C e C++ ?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https://www.stroustrup.com/bs_faq.html#difference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What is the difference between C and C++?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C++ is a direct descendant of C that retains almost all of C as a subset. C++ provides stronger type checking than C and directly supports a wider range of programming styles than C. C++ is "a better C" in the sense that it supports the styles of programming done using C with better type checking and more notational support (without loss of efficiency). In the same sense, ANSI C is a better C than K&amp;R C. In addition, C++ supports data abstraction, object-oriented programming, and generic programming (see my books).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I have never seen a program that could be expressed better in C than in C++ (and I don't think such a program could exist - every construct in C has an obvious C++ equivalent). However, there still exist a few environments where the support for C++ is so weak that there is an advantage to using C instead. There aren't all that many of those left, though; see my (incomplete) compilers list.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For a discussion of the design of C++ including a discussion of its relationship with C see The Design and Evolution of C++.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Please note that "C" in the paragraphs above refers to Classic C and C89. C++ is not a descendant of C99; C++ and C99 are siblings. C99 introduces several novel opportunities for C/C++ incompatibilities. Here is a description of the differences between C++98 and C99.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a diferença entre C e C++ ? - Traduzido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https://www.stroustrup.com/bs_faq.html#difference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Qual a diferença entre C e C++?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C++ é um descendente direto de C que retém quase todo C como um subconjunto. C++ fornece verificação de tipo mais forte do que C e suporta diretamente uma gama mais ampla de estilos de programação do que C. C++ é "um C melhor" no sentido de que suporta os estilos de programação feitos usando C com melhor verificação de tipo e mais suporte de notação (sem perda de eficiência). No mesmo sentido, ANSI C é um C melhor que K&amp;R C. Além disso, C++ suporta abstração de dados, programação orientada a objetos e programação genérica (veja meus livros).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Nunca vi um programa que pudesse ser expresso melhor em C do que em C++ (e não acho que tal programa possa existir - toda construção em C tem um equivalente óbvio em C++). No entanto, ainda existem alguns ambientes em que o suporte para C++ é tão fraco que há uma vantagem em usar C em seu lugar. Não restam tantos assim; veja minha lista (incompleta) de compiladores.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Para uma discussão sobre o design de C++, incluindo uma discussão sobre sua relação com C, consulte The Design and Evolution of C++.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Observe que "C" nos parágrafos acima se refere ao Clássico C e C89. C++ não é descendente de C99; C++ e C99 são irmãos. C99 apresenta várias novas oportunidades para incompatibilidades C/C++. Aqui está uma descrição das diferenças entre C++98 e C99.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